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6" r:id="rId17"/>
    <p:sldId id="271" r:id="rId18"/>
    <p:sldId id="272" r:id="rId19"/>
    <p:sldId id="273" r:id="rId20"/>
    <p:sldId id="274" r:id="rId21"/>
    <p:sldId id="275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28"/>
    <p:restoredTop sz="94623"/>
  </p:normalViewPr>
  <p:slideViewPr>
    <p:cSldViewPr snapToGrid="0" snapToObjects="1">
      <p:cViewPr varScale="1">
        <p:scale>
          <a:sx n="178" d="100"/>
          <a:sy n="178" d="100"/>
        </p:scale>
        <p:origin x="880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1-OOP-Understanding-association-aggregation-composition-and-dependency-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2-OOP-Understanding-association-aggregation-composition-and-dependency-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3-OOP-Understanding-association-aggregation-composition-and-dependency-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4-OOP-Understanding-association-aggregation-composition-and-dependency-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5-OOP-Understanding-association-aggregation-composition-and-dependency-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6-OOP-Understanding-association-aggregation-composition-and-dependency-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7-OOP-Understanding-association-aggregation-composition-and-dependency-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8-OOP-Understanding-association-aggregation-composition-and-dependency-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9-OOP-Understanding-association-aggregation-composition-and-dependency-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-OOP-Understanding-association-aggregation-composition-and-dependency-1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1-OOP-Understanding-association-aggregation-composition-and-dependency-1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2-OOP-Understanding-association-aggregation-composition-and-dependency-1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3-OOP-Understanding-association-aggregation-composition-and-dependency-1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4-OOP-Understanding-association-aggregation-composition-and-dependency-1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5-OOP-Understanding-association-aggregation-composition-and-dependency-1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2A2FAD-CF4B-25A8-9815-D0ED255A2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B604D9C-36F0-FD4D-72A5-EC608CFC3131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3131661"/>
          <a:ext cx="8229600" cy="14630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496988226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725810637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3738125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Relationship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Can exist independently?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48688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Association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Teacher–Student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NP"/>
                        <a:t>✅ </a:t>
                      </a:r>
                      <a:r>
                        <a:rPr lang="en-US"/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12731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Aggregation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Department–Teacher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NP"/>
                        <a:t>✅ </a:t>
                      </a:r>
                      <a:r>
                        <a:rPr lang="en-US"/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61631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Composition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House–Room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NP" dirty="0"/>
                        <a:t>❌ </a:t>
                      </a:r>
                      <a:r>
                        <a:rPr lang="en-US" dirty="0"/>
                        <a:t>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93812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96469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6-OOP-Understanding-association-aggregation-composition-and-dependency-1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7-OOP-Understanding-association-aggregation-composition-and-dependency-1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8-OOP-Understanding-association-aggregation-composition-and-dependency-1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9-OOP-Understanding-association-aggregation-composition-and-dependency-1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0-OOP-Understanding-association-aggregation-composition-and-dependency-2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2156</TotalTime>
  <Words>24</Words>
  <Application>Microsoft Macintosh PowerPoint</Application>
  <PresentationFormat>On-screen Show (4:3)</PresentationFormat>
  <Paragraphs>12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Ram  Gautam</cp:lastModifiedBy>
  <cp:revision>2</cp:revision>
  <dcterms:created xsi:type="dcterms:W3CDTF">2013-01-27T09:14:16Z</dcterms:created>
  <dcterms:modified xsi:type="dcterms:W3CDTF">2025-09-05T14:00:25Z</dcterms:modified>
  <cp:category/>
</cp:coreProperties>
</file>